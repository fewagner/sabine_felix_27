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Außenseite: A4 quer, einmal mittig gefaltet (Flügelfalz). Links Felix, rechts Sabine.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Innenseite links: Brief. Rechts: Tagesablauf. Platzhalter [TT.MM.JJJJ] = Rückmeldefrist, bitte eintragen.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Infoblatt: Location, Dresscode, Shuttle, Übernachtung, Rückmeldung mit QR-Code.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E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landhaus-obersteinriegl.at/" TargetMode="External"/><Relationship Id="rId8" Type="http://schemas.openxmlformats.org/officeDocument/2006/relationships/hyperlink" Target="https://fewagner.github.io/sabine_felix_27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ke oben links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17520" cy="3017520"/>
          </a:xfrm>
          <a:prstGeom prst="rect">
            <a:avLst/>
          </a:prstGeom>
        </p:spPr>
      </p:pic>
      <p:pic>
        <p:nvPicPr>
          <p:cNvPr id="3" name="Ecke oben rechts" descr="assets/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671816" y="0"/>
            <a:ext cx="3017520" cy="3017520"/>
          </a:xfrm>
          <a:prstGeom prst="rect">
            <a:avLst/>
          </a:prstGeom>
        </p:spPr>
      </p:pic>
      <p:pic>
        <p:nvPicPr>
          <p:cNvPr id="4" name="Ecke unten links" descr="assets/cor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0" y="4544568"/>
            <a:ext cx="3017520" cy="3017520"/>
          </a:xfrm>
          <a:prstGeom prst="rect">
            <a:avLst/>
          </a:prstGeom>
        </p:spPr>
      </p:pic>
      <p:pic>
        <p:nvPicPr>
          <p:cNvPr id="5" name="Ecke unten rechts" descr="assets/cor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7671816" y="4544568"/>
            <a:ext cx="3017520" cy="3017520"/>
          </a:xfrm>
          <a:prstGeom prst="rect">
            <a:avLst/>
          </a:prstGeom>
        </p:spPr>
      </p:pic>
      <p:sp>
        <p:nvSpPr>
          <p:cNvPr id="6" name="Falz"/>
          <p:cNvSpPr/>
          <p:nvPr/>
        </p:nvSpPr>
        <p:spPr>
          <a:xfrm>
            <a:off x="5344668" y="320040"/>
            <a:ext cx="0" cy="6922008"/>
          </a:xfrm>
          <a:prstGeom prst="line">
            <a:avLst/>
          </a:prstGeom>
          <a:noFill/>
          <a:ln w="15875">
            <a:solidFill>
              <a:srgbClr val="ECE3D0"/>
            </a:solidFill>
            <a:prstDash val="dash"/>
          </a:ln>
        </p:spPr>
      </p:sp>
      <p:pic>
        <p:nvPicPr>
          <p:cNvPr id="7" name="Zeichnung Location" descr="assets/venue.png">    </p:cNvPr>
          <p:cNvPicPr>
            <a:picLocks noChangeAspect="1"/>
          </p:cNvPicPr>
          <p:nvPr/>
        </p:nvPicPr>
        <p:blipFill>
          <a:blip r:embed="rId5">
            <a:alphaModFix amt="22000"/>
          </a:blip>
          <a:stretch>
            <a:fillRect/>
          </a:stretch>
        </p:blipFill>
        <p:spPr>
          <a:xfrm>
            <a:off x="2967228" y="4453128"/>
            <a:ext cx="4754880" cy="3566160"/>
          </a:xfrm>
          <a:prstGeom prst="rect">
            <a:avLst/>
          </a:prstGeom>
        </p:spPr>
      </p:pic>
      <p:sp>
        <p:nvSpPr>
          <p:cNvPr id="8" name="Name Felix"/>
          <p:cNvSpPr txBox="1"/>
          <p:nvPr/>
        </p:nvSpPr>
        <p:spPr>
          <a:xfrm>
            <a:off x="457200" y="2331720"/>
            <a:ext cx="44302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Felix</a:t>
            </a:r>
            <a:endParaRPr lang="en-US" sz="6600" dirty="0"/>
          </a:p>
        </p:txBody>
      </p:sp>
      <p:sp>
        <p:nvSpPr>
          <p:cNvPr id="9" name="Datum"/>
          <p:cNvSpPr txBox="1"/>
          <p:nvPr/>
        </p:nvSpPr>
        <p:spPr>
          <a:xfrm>
            <a:off x="457200" y="3611880"/>
            <a:ext cx="4430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Juli 2027</a:t>
            </a:r>
            <a:endParaRPr lang="en-US" sz="2000" dirty="0"/>
          </a:p>
        </p:txBody>
      </p:sp>
      <p:sp>
        <p:nvSpPr>
          <p:cNvPr id="10" name="Name Sabine"/>
          <p:cNvSpPr txBox="1"/>
          <p:nvPr/>
        </p:nvSpPr>
        <p:spPr>
          <a:xfrm>
            <a:off x="5801868" y="2331720"/>
            <a:ext cx="44302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Sabine</a:t>
            </a:r>
            <a:endParaRPr lang="en-US" sz="6600" dirty="0"/>
          </a:p>
        </p:txBody>
      </p:sp>
      <p:sp>
        <p:nvSpPr>
          <p:cNvPr id="11" name="Ort"/>
          <p:cNvSpPr txBox="1"/>
          <p:nvPr/>
        </p:nvSpPr>
        <p:spPr>
          <a:xfrm>
            <a:off x="5801868" y="3611880"/>
            <a:ext cx="4430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Landhaus Obersteinriegl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ke oben links" descr="assets/corner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0" y="0"/>
            <a:ext cx="1554480" cy="1554480"/>
          </a:xfrm>
          <a:prstGeom prst="rect">
            <a:avLst/>
          </a:prstGeom>
        </p:spPr>
      </p:pic>
      <p:pic>
        <p:nvPicPr>
          <p:cNvPr id="3" name="Ecke oben rechts" descr="assets/corner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9134856" y="0"/>
            <a:ext cx="1554480" cy="1554480"/>
          </a:xfrm>
          <a:prstGeom prst="rect">
            <a:avLst/>
          </a:prstGeom>
        </p:spPr>
      </p:pic>
      <p:pic>
        <p:nvPicPr>
          <p:cNvPr id="4" name="Ecke unten links" descr="assets/corner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flipV="1">
            <a:off x="0" y="6007608"/>
            <a:ext cx="1554480" cy="1554480"/>
          </a:xfrm>
          <a:prstGeom prst="rect">
            <a:avLst/>
          </a:prstGeom>
        </p:spPr>
      </p:pic>
      <p:pic>
        <p:nvPicPr>
          <p:cNvPr id="5" name="Ecke unten rechts" descr="assets/corner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flipH="1" flipV="1">
            <a:off x="9134856" y="6007608"/>
            <a:ext cx="1554480" cy="1554480"/>
          </a:xfrm>
          <a:prstGeom prst="rect">
            <a:avLst/>
          </a:prstGeom>
        </p:spPr>
      </p:pic>
      <p:sp>
        <p:nvSpPr>
          <p:cNvPr id="6" name="Rahmen Brief"/>
          <p:cNvSpPr/>
          <p:nvPr/>
        </p:nvSpPr>
        <p:spPr>
          <a:xfrm>
            <a:off x="548640" y="640080"/>
            <a:ext cx="4572000" cy="6263640"/>
          </a:xfrm>
          <a:prstGeom prst="roundRect">
            <a:avLst>
              <a:gd name="adj" fmla="val 7000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777E88"/>
            </a:solidFill>
            <a:prstDash val="solid"/>
          </a:ln>
        </p:spPr>
      </p:sp>
      <p:sp>
        <p:nvSpPr>
          <p:cNvPr id="7" name="Anrede"/>
          <p:cNvSpPr txBox="1"/>
          <p:nvPr/>
        </p:nvSpPr>
        <p:spPr>
          <a:xfrm>
            <a:off x="86868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Liebe Familie, liebe Freunde,</a:t>
            </a:r>
            <a:endParaRPr lang="en-US" sz="2000" dirty="0"/>
          </a:p>
        </p:txBody>
      </p:sp>
      <p:sp>
        <p:nvSpPr>
          <p:cNvPr id="8" name="Brieftext"/>
          <p:cNvSpPr txBox="1"/>
          <p:nvPr/>
        </p:nvSpPr>
        <p:spPr>
          <a:xfrm>
            <a:off x="868680" y="169164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heiraten – und möchten diesen besonderen Tag mit euch feiern!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Samstag, 10. Juli 2027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sagen wir in der Pfarrkirche Ybbsitz Ja zueinander und feiern danach im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Landhaus Obersteinriegl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Euer Kommen ist unser größtes Geschenk. Wir freuen uns auf einen Tag voller Liebe, Lachen und Tanzen.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meldet euch bis zum </a:t>
            </a:r>
            <a:pPr indent="0" marL="0">
              <a:buNone/>
            </a:pPr>
            <a:r>
              <a:rPr lang="en-US" sz="1400" b="1" dirty="0">
                <a:solidFill>
                  <a:srgbClr val="EE9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[TT.MM.JJJJ]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 unsere Website zurück – jede Person bitte einzeln, auch Begleitungen (+1).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großer Vorfreude</a:t>
            </a:r>
            <a:endParaRPr lang="en-US" sz="1400" dirty="0"/>
          </a:p>
        </p:txBody>
      </p:sp>
      <p:sp>
        <p:nvSpPr>
          <p:cNvPr id="9" name="Unterschrift"/>
          <p:cNvSpPr txBox="1"/>
          <p:nvPr/>
        </p:nvSpPr>
        <p:spPr>
          <a:xfrm>
            <a:off x="868680" y="5852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Felix &amp; Sabine</a:t>
            </a:r>
            <a:endParaRPr lang="en-US" sz="3000" dirty="0"/>
          </a:p>
        </p:txBody>
      </p:sp>
      <p:sp>
        <p:nvSpPr>
          <p:cNvPr id="10" name="Überschrift Unser Tag"/>
          <p:cNvSpPr txBox="1"/>
          <p:nvPr/>
        </p:nvSpPr>
        <p:spPr>
          <a:xfrm>
            <a:off x="5852160" y="685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 TAG</a:t>
            </a:r>
            <a:endParaRPr lang="en-US" sz="1600" dirty="0"/>
          </a:p>
        </p:txBody>
      </p:sp>
      <p:sp>
        <p:nvSpPr>
          <p:cNvPr id="11" name="Kreis 12.00"/>
          <p:cNvSpPr/>
          <p:nvPr/>
        </p:nvSpPr>
        <p:spPr>
          <a:xfrm>
            <a:off x="5852160" y="1280160"/>
            <a:ext cx="475488" cy="475488"/>
          </a:xfrm>
          <a:prstGeom prst="ellipse">
            <a:avLst/>
          </a:prstGeom>
          <a:solidFill>
            <a:srgbClr val="D39BA0"/>
          </a:solidFill>
          <a:ln/>
        </p:spPr>
      </p:sp>
      <p:pic>
        <p:nvPicPr>
          <p:cNvPr id="12" name="Icon 12.00" descr="Treffpunkt vor der Kirche in Ybbsit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1399032"/>
            <a:ext cx="237744" cy="237744"/>
          </a:xfrm>
          <a:prstGeom prst="rect">
            <a:avLst/>
          </a:prstGeom>
        </p:spPr>
      </p:pic>
      <p:sp>
        <p:nvSpPr>
          <p:cNvPr id="13" name="Zeit 12.00"/>
          <p:cNvSpPr txBox="1"/>
          <p:nvPr/>
        </p:nvSpPr>
        <p:spPr>
          <a:xfrm>
            <a:off x="6492240" y="12801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12.00 Uhr</a:t>
            </a:r>
            <a:endParaRPr lang="en-US" sz="1500" dirty="0"/>
          </a:p>
        </p:txBody>
      </p:sp>
      <p:sp>
        <p:nvSpPr>
          <p:cNvPr id="14" name="Programmpunkt 12.00"/>
          <p:cNvSpPr txBox="1"/>
          <p:nvPr/>
        </p:nvSpPr>
        <p:spPr>
          <a:xfrm>
            <a:off x="7955280" y="1280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Treffpunkt vor der Kirche in Ybbsitz</a:t>
            </a:r>
            <a:endParaRPr lang="en-US" sz="1400" dirty="0"/>
          </a:p>
        </p:txBody>
      </p:sp>
      <p:sp>
        <p:nvSpPr>
          <p:cNvPr id="15" name="Kreis 12.30"/>
          <p:cNvSpPr/>
          <p:nvPr/>
        </p:nvSpPr>
        <p:spPr>
          <a:xfrm>
            <a:off x="5852160" y="1901952"/>
            <a:ext cx="475488" cy="475488"/>
          </a:xfrm>
          <a:prstGeom prst="ellipse">
            <a:avLst/>
          </a:prstGeom>
          <a:solidFill>
            <a:srgbClr val="E0B451"/>
          </a:solidFill>
          <a:ln/>
        </p:spPr>
      </p:sp>
      <p:pic>
        <p:nvPicPr>
          <p:cNvPr id="16" name="Icon 12.30" descr="Trauung in der Pfarrkirche Ybbsitz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2020824"/>
            <a:ext cx="237744" cy="237744"/>
          </a:xfrm>
          <a:prstGeom prst="rect">
            <a:avLst/>
          </a:prstGeom>
        </p:spPr>
      </p:pic>
      <p:sp>
        <p:nvSpPr>
          <p:cNvPr id="17" name="Zeit 12.30"/>
          <p:cNvSpPr txBox="1"/>
          <p:nvPr/>
        </p:nvSpPr>
        <p:spPr>
          <a:xfrm>
            <a:off x="6492240" y="19019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12.30 Uhr</a:t>
            </a:r>
            <a:endParaRPr lang="en-US" sz="1500" dirty="0"/>
          </a:p>
        </p:txBody>
      </p:sp>
      <p:sp>
        <p:nvSpPr>
          <p:cNvPr id="18" name="Programmpunkt 12.30"/>
          <p:cNvSpPr txBox="1"/>
          <p:nvPr/>
        </p:nvSpPr>
        <p:spPr>
          <a:xfrm>
            <a:off x="795528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Trauung in der Pfarrkirche Ybbsitz</a:t>
            </a:r>
            <a:endParaRPr lang="en-US" sz="1400" dirty="0"/>
          </a:p>
        </p:txBody>
      </p:sp>
      <p:sp>
        <p:nvSpPr>
          <p:cNvPr id="19" name="Kreis 13.30"/>
          <p:cNvSpPr/>
          <p:nvPr/>
        </p:nvSpPr>
        <p:spPr>
          <a:xfrm>
            <a:off x="5852160" y="2523744"/>
            <a:ext cx="475488" cy="475488"/>
          </a:xfrm>
          <a:prstGeom prst="ellipse">
            <a:avLst/>
          </a:prstGeom>
          <a:solidFill>
            <a:srgbClr val="EE9452"/>
          </a:solidFill>
          <a:ln/>
        </p:spPr>
      </p:sp>
      <p:pic>
        <p:nvPicPr>
          <p:cNvPr id="20" name="Icon 13.30" descr="Agape am Marktplatz Ybbsitz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032" y="2642616"/>
            <a:ext cx="237744" cy="237744"/>
          </a:xfrm>
          <a:prstGeom prst="rect">
            <a:avLst/>
          </a:prstGeom>
        </p:spPr>
      </p:pic>
      <p:sp>
        <p:nvSpPr>
          <p:cNvPr id="21" name="Zeit 13.30"/>
          <p:cNvSpPr txBox="1"/>
          <p:nvPr/>
        </p:nvSpPr>
        <p:spPr>
          <a:xfrm>
            <a:off x="6492240" y="25237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13.30 Uhr</a:t>
            </a:r>
            <a:endParaRPr lang="en-US" sz="1500" dirty="0"/>
          </a:p>
        </p:txBody>
      </p:sp>
      <p:sp>
        <p:nvSpPr>
          <p:cNvPr id="22" name="Programmpunkt 13.30"/>
          <p:cNvSpPr txBox="1"/>
          <p:nvPr/>
        </p:nvSpPr>
        <p:spPr>
          <a:xfrm>
            <a:off x="7955280" y="25237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Agape am Marktplatz Ybbsitz</a:t>
            </a:r>
            <a:endParaRPr lang="en-US" sz="1400" dirty="0"/>
          </a:p>
        </p:txBody>
      </p:sp>
      <p:sp>
        <p:nvSpPr>
          <p:cNvPr id="23" name="Kreis 14.30"/>
          <p:cNvSpPr/>
          <p:nvPr/>
        </p:nvSpPr>
        <p:spPr>
          <a:xfrm>
            <a:off x="5852160" y="3145536"/>
            <a:ext cx="475488" cy="475488"/>
          </a:xfrm>
          <a:prstGeom prst="ellipse">
            <a:avLst/>
          </a:prstGeom>
          <a:solidFill>
            <a:srgbClr val="9CB173"/>
          </a:solidFill>
          <a:ln/>
        </p:spPr>
      </p:sp>
      <p:pic>
        <p:nvPicPr>
          <p:cNvPr id="24" name="Icon 14.30" descr="Zeit zum selbständigen Einchecken im Hote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032" y="3264408"/>
            <a:ext cx="237744" cy="237744"/>
          </a:xfrm>
          <a:prstGeom prst="rect">
            <a:avLst/>
          </a:prstGeom>
        </p:spPr>
      </p:pic>
      <p:sp>
        <p:nvSpPr>
          <p:cNvPr id="25" name="Zeit 14.30"/>
          <p:cNvSpPr txBox="1"/>
          <p:nvPr/>
        </p:nvSpPr>
        <p:spPr>
          <a:xfrm>
            <a:off x="6492240" y="31455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14.30 Uhr</a:t>
            </a:r>
            <a:endParaRPr lang="en-US" sz="1500" dirty="0"/>
          </a:p>
        </p:txBody>
      </p:sp>
      <p:sp>
        <p:nvSpPr>
          <p:cNvPr id="26" name="Programmpunkt 14.30"/>
          <p:cNvSpPr txBox="1"/>
          <p:nvPr/>
        </p:nvSpPr>
        <p:spPr>
          <a:xfrm>
            <a:off x="7955280" y="31455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zum selbständigen Einchecken im Hotel</a:t>
            </a:r>
            <a:endParaRPr lang="en-US" sz="1400" dirty="0"/>
          </a:p>
        </p:txBody>
      </p:sp>
      <p:sp>
        <p:nvSpPr>
          <p:cNvPr id="27" name="Kreis 15.00"/>
          <p:cNvSpPr/>
          <p:nvPr/>
        </p:nvSpPr>
        <p:spPr>
          <a:xfrm>
            <a:off x="5852160" y="3767328"/>
            <a:ext cx="475488" cy="475488"/>
          </a:xfrm>
          <a:prstGeom prst="ellipse">
            <a:avLst/>
          </a:prstGeom>
          <a:solidFill>
            <a:srgbClr val="B9CDE8"/>
          </a:solidFill>
          <a:ln/>
        </p:spPr>
      </p:sp>
      <p:pic>
        <p:nvPicPr>
          <p:cNvPr id="28" name="Icon 15.00" descr="Shuttle Ybbsitz – Waidhofen – Obersteinrieg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1032" y="3886200"/>
            <a:ext cx="237744" cy="237744"/>
          </a:xfrm>
          <a:prstGeom prst="rect">
            <a:avLst/>
          </a:prstGeom>
        </p:spPr>
      </p:pic>
      <p:sp>
        <p:nvSpPr>
          <p:cNvPr id="29" name="Zeit 15.00"/>
          <p:cNvSpPr txBox="1"/>
          <p:nvPr/>
        </p:nvSpPr>
        <p:spPr>
          <a:xfrm>
            <a:off x="6492240" y="37673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15.00 Uhr</a:t>
            </a:r>
            <a:endParaRPr lang="en-US" sz="1500" dirty="0"/>
          </a:p>
        </p:txBody>
      </p:sp>
      <p:sp>
        <p:nvSpPr>
          <p:cNvPr id="30" name="Programmpunkt 15.00"/>
          <p:cNvSpPr txBox="1"/>
          <p:nvPr/>
        </p:nvSpPr>
        <p:spPr>
          <a:xfrm>
            <a:off x="7955280" y="37673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Ybbsitz – Waidhofen – Obersteinriegl</a:t>
            </a:r>
            <a:endParaRPr lang="en-US" sz="1400" dirty="0"/>
          </a:p>
        </p:txBody>
      </p:sp>
      <p:sp>
        <p:nvSpPr>
          <p:cNvPr id="31" name="Kreis 16.00"/>
          <p:cNvSpPr/>
          <p:nvPr/>
        </p:nvSpPr>
        <p:spPr>
          <a:xfrm>
            <a:off x="5852160" y="4389120"/>
            <a:ext cx="475488" cy="475488"/>
          </a:xfrm>
          <a:prstGeom prst="ellipse">
            <a:avLst/>
          </a:prstGeom>
          <a:solidFill>
            <a:srgbClr val="D39BA0"/>
          </a:solidFill>
          <a:ln/>
        </p:spPr>
      </p:sp>
      <p:pic>
        <p:nvPicPr>
          <p:cNvPr id="32" name="Icon 16.00" descr="Gruppenfotos &amp; Glückwünsch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1032" y="4507992"/>
            <a:ext cx="237744" cy="237744"/>
          </a:xfrm>
          <a:prstGeom prst="rect">
            <a:avLst/>
          </a:prstGeom>
        </p:spPr>
      </p:pic>
      <p:sp>
        <p:nvSpPr>
          <p:cNvPr id="33" name="Zeit 16.00"/>
          <p:cNvSpPr txBox="1"/>
          <p:nvPr/>
        </p:nvSpPr>
        <p:spPr>
          <a:xfrm>
            <a:off x="6492240" y="43891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16.00 Uhr</a:t>
            </a:r>
            <a:endParaRPr lang="en-US" sz="1500" dirty="0"/>
          </a:p>
        </p:txBody>
      </p:sp>
      <p:sp>
        <p:nvSpPr>
          <p:cNvPr id="34" name="Programmpunkt 16.00"/>
          <p:cNvSpPr txBox="1"/>
          <p:nvPr/>
        </p:nvSpPr>
        <p:spPr>
          <a:xfrm>
            <a:off x="7955280" y="43891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Gruppenfotos &amp; Glückwünsche</a:t>
            </a:r>
            <a:endParaRPr lang="en-US" sz="1400" dirty="0"/>
          </a:p>
        </p:txBody>
      </p:sp>
      <p:sp>
        <p:nvSpPr>
          <p:cNvPr id="35" name="Kreis 19.00"/>
          <p:cNvSpPr/>
          <p:nvPr/>
        </p:nvSpPr>
        <p:spPr>
          <a:xfrm>
            <a:off x="5852160" y="5010912"/>
            <a:ext cx="475488" cy="475488"/>
          </a:xfrm>
          <a:prstGeom prst="ellipse">
            <a:avLst/>
          </a:prstGeom>
          <a:solidFill>
            <a:srgbClr val="E0B451"/>
          </a:solidFill>
          <a:ln/>
        </p:spPr>
      </p:sp>
      <p:pic>
        <p:nvPicPr>
          <p:cNvPr id="36" name="Icon 19.00" descr="Abendesse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1032" y="5129784"/>
            <a:ext cx="237744" cy="237744"/>
          </a:xfrm>
          <a:prstGeom prst="rect">
            <a:avLst/>
          </a:prstGeom>
        </p:spPr>
      </p:pic>
      <p:sp>
        <p:nvSpPr>
          <p:cNvPr id="37" name="Zeit 19.00"/>
          <p:cNvSpPr txBox="1"/>
          <p:nvPr/>
        </p:nvSpPr>
        <p:spPr>
          <a:xfrm>
            <a:off x="6492240" y="50109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19.00 Uhr</a:t>
            </a:r>
            <a:endParaRPr lang="en-US" sz="1500" dirty="0"/>
          </a:p>
        </p:txBody>
      </p:sp>
      <p:sp>
        <p:nvSpPr>
          <p:cNvPr id="38" name="Programmpunkt 19.00"/>
          <p:cNvSpPr txBox="1"/>
          <p:nvPr/>
        </p:nvSpPr>
        <p:spPr>
          <a:xfrm>
            <a:off x="7955280" y="5010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Abendessen</a:t>
            </a:r>
            <a:endParaRPr lang="en-US" sz="1400" dirty="0"/>
          </a:p>
        </p:txBody>
      </p:sp>
      <p:sp>
        <p:nvSpPr>
          <p:cNvPr id="39" name="Kreis 21.00"/>
          <p:cNvSpPr/>
          <p:nvPr/>
        </p:nvSpPr>
        <p:spPr>
          <a:xfrm>
            <a:off x="5852160" y="5632704"/>
            <a:ext cx="475488" cy="475488"/>
          </a:xfrm>
          <a:prstGeom prst="ellipse">
            <a:avLst/>
          </a:prstGeom>
          <a:solidFill>
            <a:srgbClr val="EE9452"/>
          </a:solidFill>
          <a:ln/>
        </p:spPr>
      </p:sp>
      <p:pic>
        <p:nvPicPr>
          <p:cNvPr id="40" name="Icon 21.00" descr="Party – wir tanzen bis in die Nach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1032" y="5751576"/>
            <a:ext cx="237744" cy="237744"/>
          </a:xfrm>
          <a:prstGeom prst="rect">
            <a:avLst/>
          </a:prstGeom>
        </p:spPr>
      </p:pic>
      <p:sp>
        <p:nvSpPr>
          <p:cNvPr id="41" name="Zeit 21.00"/>
          <p:cNvSpPr txBox="1"/>
          <p:nvPr/>
        </p:nvSpPr>
        <p:spPr>
          <a:xfrm>
            <a:off x="6492240" y="563270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21.00 Uhr</a:t>
            </a:r>
            <a:endParaRPr lang="en-US" sz="1500" dirty="0"/>
          </a:p>
        </p:txBody>
      </p:sp>
      <p:sp>
        <p:nvSpPr>
          <p:cNvPr id="42" name="Programmpunkt 21.00"/>
          <p:cNvSpPr txBox="1"/>
          <p:nvPr/>
        </p:nvSpPr>
        <p:spPr>
          <a:xfrm>
            <a:off x="7955280" y="56327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– wir tanzen bis in die Nacht</a:t>
            </a:r>
            <a:endParaRPr lang="en-US" sz="1400" dirty="0"/>
          </a:p>
        </p:txBody>
      </p:sp>
      <p:sp>
        <p:nvSpPr>
          <p:cNvPr id="43" name="Kreis ab 24.00"/>
          <p:cNvSpPr/>
          <p:nvPr/>
        </p:nvSpPr>
        <p:spPr>
          <a:xfrm>
            <a:off x="5852160" y="6254496"/>
            <a:ext cx="475488" cy="475488"/>
          </a:xfrm>
          <a:prstGeom prst="ellipse">
            <a:avLst/>
          </a:prstGeom>
          <a:solidFill>
            <a:srgbClr val="9CB173"/>
          </a:solidFill>
          <a:ln/>
        </p:spPr>
      </p:sp>
      <p:pic>
        <p:nvPicPr>
          <p:cNvPr id="44" name="Icon ab 24.00" descr="Shuttles zurück nach Waidhofe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1032" y="6373368"/>
            <a:ext cx="237744" cy="237744"/>
          </a:xfrm>
          <a:prstGeom prst="rect">
            <a:avLst/>
          </a:prstGeom>
        </p:spPr>
      </p:pic>
      <p:sp>
        <p:nvSpPr>
          <p:cNvPr id="45" name="Zeit ab 24.00"/>
          <p:cNvSpPr txBox="1"/>
          <p:nvPr/>
        </p:nvSpPr>
        <p:spPr>
          <a:xfrm>
            <a:off x="6492240" y="62544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 24.00 Uhr</a:t>
            </a:r>
            <a:endParaRPr lang="en-US" sz="1500" dirty="0"/>
          </a:p>
        </p:txBody>
      </p:sp>
      <p:sp>
        <p:nvSpPr>
          <p:cNvPr id="46" name="Programmpunkt ab 24.00"/>
          <p:cNvSpPr txBox="1"/>
          <p:nvPr/>
        </p:nvSpPr>
        <p:spPr>
          <a:xfrm>
            <a:off x="7955280" y="62544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Shuttles zurück nach Waidhofen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ke oben links" descr="assets/corne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pic>
        <p:nvPicPr>
          <p:cNvPr id="3" name="Ecke oben rechts" descr="assets/corner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9317736" y="0"/>
            <a:ext cx="1371600" cy="1371600"/>
          </a:xfrm>
          <a:prstGeom prst="rect">
            <a:avLst/>
          </a:prstGeom>
        </p:spPr>
      </p:pic>
      <p:pic>
        <p:nvPicPr>
          <p:cNvPr id="4" name="Ecke unten links" descr="assets/corner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flipV="1">
            <a:off x="0" y="6190488"/>
            <a:ext cx="1371600" cy="1371600"/>
          </a:xfrm>
          <a:prstGeom prst="rect">
            <a:avLst/>
          </a:prstGeom>
        </p:spPr>
      </p:pic>
      <p:pic>
        <p:nvPicPr>
          <p:cNvPr id="5" name="Ecke unten rechts" descr="assets/corner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flipH="1" flipV="1">
            <a:off x="9317736" y="6190488"/>
            <a:ext cx="1371600" cy="1371600"/>
          </a:xfrm>
          <a:prstGeom prst="rect">
            <a:avLst/>
          </a:prstGeom>
        </p:spPr>
      </p:pic>
      <p:sp>
        <p:nvSpPr>
          <p:cNvPr id="6" name="Überschrift Location"/>
          <p:cNvSpPr txBox="1"/>
          <p:nvPr/>
        </p:nvSpPr>
        <p:spPr>
          <a:xfrm>
            <a:off x="548640" y="731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600" dirty="0"/>
          </a:p>
        </p:txBody>
      </p:sp>
      <p:sp>
        <p:nvSpPr>
          <p:cNvPr id="7" name="Location Name"/>
          <p:cNvSpPr txBox="1"/>
          <p:nvPr/>
        </p:nvSpPr>
        <p:spPr>
          <a:xfrm>
            <a:off x="548640" y="1188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Landhaus Obersteinriegl</a:t>
            </a:r>
            <a:endParaRPr lang="en-US" sz="2000" dirty="0"/>
          </a:p>
        </p:txBody>
      </p:sp>
      <p:sp>
        <p:nvSpPr>
          <p:cNvPr id="8" name="Location Website">
            <a:hlinkClick r:id="rId5" tooltip=""/>
          </p:cNvPr>
          <p:cNvSpPr txBox="1"/>
          <p:nvPr/>
        </p:nvSpPr>
        <p:spPr>
          <a:xfrm>
            <a:off x="54864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www.landhaus-obersteinriegl.at</a:t>
            </a:r>
            <a:endParaRPr lang="en-US" sz="1200" dirty="0"/>
          </a:p>
        </p:txBody>
      </p:sp>
      <p:pic>
        <p:nvPicPr>
          <p:cNvPr id="9" name="Zeichnung Location" descr="assets/venue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457200" y="2103120"/>
            <a:ext cx="3200400" cy="2400300"/>
          </a:xfrm>
          <a:prstGeom prst="rect">
            <a:avLst/>
          </a:prstGeom>
        </p:spPr>
      </p:pic>
      <p:sp>
        <p:nvSpPr>
          <p:cNvPr id="10" name="Überschrift Dresscode"/>
          <p:cNvSpPr txBox="1"/>
          <p:nvPr/>
        </p:nvSpPr>
        <p:spPr>
          <a:xfrm>
            <a:off x="5486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DRESSCODE</a:t>
            </a:r>
            <a:endParaRPr lang="en-US" sz="1600" dirty="0"/>
          </a:p>
        </p:txBody>
      </p:sp>
      <p:sp>
        <p:nvSpPr>
          <p:cNvPr id="11" name="Dresscode Text"/>
          <p:cNvSpPr txBox="1"/>
          <p:nvPr/>
        </p:nvSpPr>
        <p:spPr>
          <a:xfrm>
            <a:off x="548640" y="5349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Sommerlich, gerne farbenfroh und festlich – gemütlich, sommerlich, hochzeitlich. Kleider, Jumpsuits, elegante Zweiteiler oder Anzüge, gerne in leichten Stoffen. Eine Krawatte ist kein Muss. Farblich gibt es keine Vorgaben – wer Inspiration sucht, orientiert sich an den Farben dieser Karte.</a:t>
            </a:r>
            <a:endParaRPr lang="en-US" sz="1200" dirty="0"/>
          </a:p>
        </p:txBody>
      </p:sp>
      <p:sp>
        <p:nvSpPr>
          <p:cNvPr id="12" name="Überschrift Shuttle"/>
          <p:cNvSpPr txBox="1"/>
          <p:nvPr/>
        </p:nvSpPr>
        <p:spPr>
          <a:xfrm>
            <a:off x="3977640" y="731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SHUTTLE</a:t>
            </a:r>
            <a:endParaRPr lang="en-US" sz="1600" dirty="0"/>
          </a:p>
        </p:txBody>
      </p:sp>
      <p:sp>
        <p:nvSpPr>
          <p:cNvPr id="13" name="Shuttle Text"/>
          <p:cNvSpPr txBox="1"/>
          <p:nvPr/>
        </p:nvSpPr>
        <p:spPr>
          <a:xfrm>
            <a:off x="3977640" y="1188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Abendlocation liegt auf einem Hügel, vor Ort gibt es nur wenige Parkplätze. Wir organisieren deshalb Shuttles von Kirche, Agape und Hotels zur Location – und nach Mitternacht wieder zurück nach Waidhofen. Damit wir planen können, gebt uns bitte bekannt, wo ihr übernachtet.</a:t>
            </a:r>
            <a:endParaRPr lang="en-US" sz="1300" dirty="0"/>
          </a:p>
        </p:txBody>
      </p:sp>
      <p:sp>
        <p:nvSpPr>
          <p:cNvPr id="14" name="Überschrift Übernachtung"/>
          <p:cNvSpPr txBox="1"/>
          <p:nvPr/>
        </p:nvSpPr>
        <p:spPr>
          <a:xfrm>
            <a:off x="397764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ÜBERNACHTUNG</a:t>
            </a:r>
            <a:endParaRPr lang="en-US" sz="1600" dirty="0"/>
          </a:p>
        </p:txBody>
      </p:sp>
      <p:sp>
        <p:nvSpPr>
          <p:cNvPr id="15" name="Übernachtung Text"/>
          <p:cNvSpPr txBox="1"/>
          <p:nvPr/>
        </p:nvSpPr>
        <p:spPr>
          <a:xfrm>
            <a:off x="3977640" y="42519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reserviert euer Hotel in Waidhofen an der Ybbs selbstständig und gebt uns bekannt, ob und wo ihr reserviert habt.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Schloss an der Eisenstraße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Leopold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Moshammer</a:t>
            </a:r>
            <a:endParaRPr lang="en-US" sz="1300" dirty="0"/>
          </a:p>
        </p:txBody>
      </p:sp>
      <p:sp>
        <p:nvSpPr>
          <p:cNvPr id="16" name="Überschrift Rückmeldung"/>
          <p:cNvSpPr txBox="1"/>
          <p:nvPr/>
        </p:nvSpPr>
        <p:spPr>
          <a:xfrm>
            <a:off x="7406640" y="731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RÜCKMELDUNG</a:t>
            </a:r>
            <a:endParaRPr lang="en-US" sz="1600" dirty="0"/>
          </a:p>
        </p:txBody>
      </p:sp>
      <p:sp>
        <p:nvSpPr>
          <p:cNvPr id="17" name="Rückmeldung Text"/>
          <p:cNvSpPr txBox="1"/>
          <p:nvPr/>
        </p:nvSpPr>
        <p:spPr>
          <a:xfrm>
            <a:off x="7406640" y="1188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Infos und das Rückmeldeformular findet ihr auf unserer Website. Bitte meldet euch bis zum [TT.MM.JJJJ] zurück – jede Person einzeln.</a:t>
            </a:r>
            <a:endParaRPr lang="en-US" sz="1300" dirty="0"/>
          </a:p>
        </p:txBody>
      </p:sp>
      <p:sp>
        <p:nvSpPr>
          <p:cNvPr id="18" name="QR Rahmen"/>
          <p:cNvSpPr/>
          <p:nvPr/>
        </p:nvSpPr>
        <p:spPr>
          <a:xfrm>
            <a:off x="7726680" y="278892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CE3D0"/>
            </a:solidFill>
            <a:prstDash val="solid"/>
          </a:ln>
        </p:spPr>
      </p:sp>
      <p:pic>
        <p:nvPicPr>
          <p:cNvPr id="19" name="QR-Code Website" descr="QR-Code zur Hochzeitswebsi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926080"/>
            <a:ext cx="2103120" cy="2103120"/>
          </a:xfrm>
          <a:prstGeom prst="rect">
            <a:avLst/>
          </a:prstGeom>
        </p:spPr>
      </p:pic>
      <p:sp>
        <p:nvSpPr>
          <p:cNvPr id="20" name="Website URL">
            <a:hlinkClick r:id="rId8" tooltip=""/>
          </p:cNvPr>
          <p:cNvSpPr txBox="1"/>
          <p:nvPr/>
        </p:nvSpPr>
        <p:spPr>
          <a:xfrm>
            <a:off x="740664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fewagner.github.io/sabine_felix_27</a:t>
            </a:r>
            <a:endParaRPr lang="en-US" sz="1100" dirty="0"/>
          </a:p>
        </p:txBody>
      </p:sp>
      <p:sp>
        <p:nvSpPr>
          <p:cNvPr id="21" name="Schlusssatz"/>
          <p:cNvSpPr txBox="1"/>
          <p:nvPr/>
        </p:nvSpPr>
        <p:spPr>
          <a:xfrm>
            <a:off x="7406640" y="6035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freuen uns auf euch!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lix und Sabine">
  <a:themeElements>
    <a:clrScheme name="Felix und Sabine">
      <a:dk1>
        <a:srgbClr val="4C473F"/>
      </a:dk1>
      <a:lt1>
        <a:srgbClr val="F7F2E8"/>
      </a:lt1>
      <a:dk2>
        <a:srgbClr val="777E88"/>
      </a:dk2>
      <a:lt2>
        <a:srgbClr val="ECE3D0"/>
      </a:lt2>
      <a:accent1>
        <a:srgbClr val="EE9452"/>
      </a:accent1>
      <a:accent2>
        <a:srgbClr val="E0B451"/>
      </a:accent2>
      <a:accent3>
        <a:srgbClr val="D39BA0"/>
      </a:accent3>
      <a:accent4>
        <a:srgbClr val="B9CDE8"/>
      </a:accent4>
      <a:accent5>
        <a:srgbClr val="9CB173"/>
      </a:accent5>
      <a:accent6>
        <a:srgbClr val="777E88"/>
      </a:accent6>
      <a:hlink>
        <a:srgbClr val="777E88"/>
      </a:hlink>
      <a:folHlink>
        <a:srgbClr val="9CB173"/>
      </a:folHlink>
    </a:clrScheme>
    <a:fontScheme name="Felix und Sab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Einladung Felix &amp; Sabine</dc:title>
  <dc:subject>PptxGenJS Presentation</dc:subject>
  <dc:creator>Felix &amp; Sabine</dc:creator>
  <cp:lastModifiedBy>Felix &amp; Sabine</cp:lastModifiedBy>
  <cp:revision>1</cp:revision>
  <dcterms:created xsi:type="dcterms:W3CDTF">2026-10-04T12:13:05Z</dcterms:created>
  <dcterms:modified xsi:type="dcterms:W3CDTF">2026-10-04T12:13:05Z</dcterms:modified>
</cp:coreProperties>
</file>